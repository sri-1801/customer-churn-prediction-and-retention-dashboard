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10-A9D3-1CDB-036C-02D0545E9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610F44-311C-1872-25F0-1908BEEBB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626A7-234E-96D6-4F0D-FF766ECF1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B0AF9-BD11-0B14-5284-E157A6DC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DFFCC-8CB7-7619-3938-3680F16A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04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BC25-07E9-BE1B-8826-AA51187B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B78BE-13E8-E65E-6444-17E30B0CD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67DF9-0818-8D96-EF37-24EA7242D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4B1EA-07C1-0184-F8EB-42496CA4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FF85D-9A55-D893-0C0C-D32C642C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55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41C7-B7BE-5F3C-E2FD-0AA8DC31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C50E3-9BCA-5C59-DA93-AE682FDD5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356ED-9C4E-3FD0-7B02-E93930CB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460B9-91AC-0878-762B-7CF46786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59C9C-30C0-F0C6-4761-44AD513C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61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D3A7-BE88-D600-28E1-345C4536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9ACBB-00CB-E4C8-DEA3-FDC26CF32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53E09-DF20-29F2-E9B5-A851E3D28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58FDA-F901-FDC9-96DD-B5B4D0FB5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1ACEF-1AFC-DE34-73E5-0FF18426C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DCFFA-CE68-AC19-F479-3C956A88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96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0F2E-71AF-7488-2F4D-A34C8D17E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07DE5-206D-A891-1531-47A9E1B67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A24E2-8753-FB97-6A03-B3EFC2160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F223E-96E6-9722-D9C3-3731A937E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0EC81-F4C3-CFAD-70A5-2926C7139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C42BE-F85B-6EDA-2650-C4BDB940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10B8B7-C110-3F2D-C80A-64C34567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B8980-40F3-3B3B-955C-AE3D8A18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5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EA82-7345-9DDF-3C70-E37A7FF8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09BB9-EC38-03BC-B696-C91A35160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785AE-04C3-C8ED-041D-0650B441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CFFCC-FC91-5DFF-04C0-5D461714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19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1B5827-0EF6-2267-32B8-19AB14DF7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962F3-753D-E16F-3DEE-260C901A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C5B0A-C39D-CA67-856D-211E0140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76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B64E-276A-8E1C-56B0-C89ED6EE2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E70E3-DDEA-27D9-F49D-A580776F4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3A93D-FA97-AD19-3089-D549602A3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12CF0-DD2F-12FB-534B-4B8557AEB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14FE5-FD2D-F307-F3D2-1363E026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620DA-53A1-6760-6892-B9C2E3FD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20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1792-AA95-39C4-0B76-35708297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60911-9925-E7D2-023C-6A64B69B0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38273-21EB-438B-89F8-8140CAAE2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E6033-7912-9879-1EA0-8CDDE529F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B032D-E59D-F345-02ED-145966FF5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6E2FA-DABE-53CA-118E-89F7DF26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98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BAC3-F81D-C36D-AF0C-3FF2AA53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DF314-7A67-8034-82BB-B19D4A7A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2B0D1-3C0A-8235-C593-B6912B9C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73AC9-6948-3AB7-9869-76145649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9BFDE-013D-3F15-4F41-B66284A3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96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09291-1A8B-A00E-5732-AAC2F457D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E7A68-7EE7-82A0-F832-5FC52AEB6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E7C68-59A6-81B7-40C6-FDDD7BBE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F853B-6025-3EF0-11E0-967FEF7D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F5285-2B7C-5DD6-F88A-908B1064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03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0C6ED-68C2-334E-607E-17A2F4E4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60A74-338C-FF36-AEA5-26A8870D1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E6B08-6923-40F9-511C-A01A44F35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2A5B6-3004-4305-A421-26A0E184475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69786-C282-D336-BA8C-F202DD37F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4A993-77AA-A16C-DA46-F8435010A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D5743-63C9-4448-A1CF-F07F1DE84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075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github.com/Sri-1801/Customer-Churn-Prediction-and-Retention-Dashboar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36656-AB3A-6F5F-28B5-46B868614C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8DA22F-F140-6A5E-A0FD-51A9959DCC72}"/>
              </a:ext>
            </a:extLst>
          </p:cNvPr>
          <p:cNvSpPr txBox="1"/>
          <p:nvPr/>
        </p:nvSpPr>
        <p:spPr>
          <a:xfrm>
            <a:off x="3273005" y="2135038"/>
            <a:ext cx="56459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 &amp; Retention Dashboard</a:t>
            </a:r>
            <a:endParaRPr lang="en-I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952AA-B579-91CB-3A6B-6065D99896CE}"/>
              </a:ext>
            </a:extLst>
          </p:cNvPr>
          <p:cNvSpPr txBox="1"/>
          <p:nvPr/>
        </p:nvSpPr>
        <p:spPr>
          <a:xfrm>
            <a:off x="5807734" y="3429000"/>
            <a:ext cx="61635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-An End-to-End Power BI Project on Customer Behavior, Churn Insights, and Retention Strategy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90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325520-0A8F-57E2-DB52-970A01266302}"/>
              </a:ext>
            </a:extLst>
          </p:cNvPr>
          <p:cNvSpPr txBox="1"/>
          <p:nvPr/>
        </p:nvSpPr>
        <p:spPr>
          <a:xfrm>
            <a:off x="3366458" y="509761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46DDF-912E-0D55-6D11-646403459031}"/>
              </a:ext>
            </a:extLst>
          </p:cNvPr>
          <p:cNvSpPr txBox="1"/>
          <p:nvPr/>
        </p:nvSpPr>
        <p:spPr>
          <a:xfrm>
            <a:off x="1000664" y="1529628"/>
            <a:ext cx="99203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one of the most critical problems faced by subscription-based businesses. Retaining existing customers is significantly cheaper than acquiring new ones — which makes understanding churn drivers essential.</a:t>
            </a:r>
          </a:p>
          <a:p>
            <a:pPr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 customer churn behavior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using interactive Power BI dashboards. By leveraging metrics like tenure, monthly charges, contract type, and service usage, the goal is to help the business:</a:t>
            </a:r>
          </a:p>
          <a:p>
            <a:pPr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Identify customers who are likely to churn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demographic and service patterns behind churn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Create actionable strategies to improve customer retention</a:t>
            </a:r>
          </a:p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outcome is a dynamic Power BI dashboard that provides a holistic view of customer performance, churn trends, and revenue impact.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E03108-CC95-F6E6-3953-DF7B8375BA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78" y="0"/>
            <a:ext cx="121959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15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E4A588-8E1F-D392-5F32-F10886359801}"/>
              </a:ext>
            </a:extLst>
          </p:cNvPr>
          <p:cNvSpPr txBox="1"/>
          <p:nvPr/>
        </p:nvSpPr>
        <p:spPr>
          <a:xfrm>
            <a:off x="3228435" y="432122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9572A-77CF-93EE-AC78-80C5A4C9454D}"/>
              </a:ext>
            </a:extLst>
          </p:cNvPr>
          <p:cNvSpPr txBox="1"/>
          <p:nvPr/>
        </p:nvSpPr>
        <p:spPr>
          <a:xfrm>
            <a:off x="931653" y="1093539"/>
            <a:ext cx="111970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Details: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over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7,000 customer records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with attributes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Gender, Age, Senior Citizen, Partner, Dependents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 Information: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Internet, Online Security, Streaming Services, Tech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Account Details: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Tenure, Contract Type, Payment Method, Monthly 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Churn (Yes/No)</a:t>
            </a:r>
          </a:p>
          <a:p>
            <a:pPr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🛠 Tools &amp; Techniques: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Excel: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Performed data cleaning, removed duplicates, handled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Power BI: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Built data model, created measures using DAX, and designed dashboard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Created: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Total Churned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Churn Rate (%)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Retention Rate (%)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Average Tenure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Average Monthly Charges</a:t>
            </a:r>
          </a:p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structured use of Power BI’s data modeling and DAX enabled precise churn KPIs and clear segmentation by demographics and services.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F87AB-9BE0-BBE4-494B-352827A863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5080"/>
            <a:ext cx="12192001" cy="686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469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A2B29B-F742-9AD4-D64C-CD54BE19D505}"/>
              </a:ext>
            </a:extLst>
          </p:cNvPr>
          <p:cNvSpPr txBox="1"/>
          <p:nvPr/>
        </p:nvSpPr>
        <p:spPr>
          <a:xfrm>
            <a:off x="3452723" y="492507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Dashboard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DA3638-2C94-A2C6-EDB9-5DE7F774D7FC}"/>
              </a:ext>
            </a:extLst>
          </p:cNvPr>
          <p:cNvSpPr txBox="1"/>
          <p:nvPr/>
        </p:nvSpPr>
        <p:spPr>
          <a:xfrm>
            <a:off x="1170317" y="1720840"/>
            <a:ext cx="98513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Through data exploration and visualization, several actionable insights emerged: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Churn Rate: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Approximately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X%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of customers have churned, highlighting a need for improved retention efforts.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 customers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show the highest churn, indicating instability in short-term commitments.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 Dependency: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Customers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without online security or tech support services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are more likely to leave.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Tenure Effect: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Customers with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longer tenure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are significantly less likely to churn — retention strengthens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Higher monthly charges are directly associated with higher churn probability.</a:t>
            </a:r>
          </a:p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dashboard’s dynamic filters allow business teams to drill down by contract, payment method, and gender to analyze specific churn patterns efficiently.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126856-35E5-2546-B0E6-7767F9F560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44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35DCEF-BE60-D981-494D-B9BFEB50F40B}"/>
              </a:ext>
            </a:extLst>
          </p:cNvPr>
          <p:cNvSpPr txBox="1"/>
          <p:nvPr/>
        </p:nvSpPr>
        <p:spPr>
          <a:xfrm>
            <a:off x="2952390" y="656409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 &amp;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2ABFB-6522-D41D-3AA4-69E80B7CEE2E}"/>
              </a:ext>
            </a:extLst>
          </p:cNvPr>
          <p:cNvSpPr txBox="1"/>
          <p:nvPr/>
        </p:nvSpPr>
        <p:spPr>
          <a:xfrm>
            <a:off x="966158" y="1855049"/>
            <a:ext cx="104638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from the dashboard empower businesses to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 data into strategic action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Enabled management to identify churn segments quickly and take data-driven retention 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Provided visibility into revenue leakage caused by churn and the potential value of loyal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measurable KPIs to monitor retention and service performance.</a:t>
            </a:r>
          </a:p>
          <a:p>
            <a:pPr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Loyalty &amp; Retention Programs: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Introduce reward systems for long-term customers.</a:t>
            </a:r>
          </a:p>
          <a:p>
            <a:pPr>
              <a:buFont typeface="+mj-lt"/>
              <a:buAutoNum type="arabicPeriod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Bundled Service Offers: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Encourage customers to add online security or tech support — proven churn reducers.</a:t>
            </a:r>
          </a:p>
          <a:p>
            <a:pPr>
              <a:buFont typeface="+mj-lt"/>
              <a:buAutoNum type="arabicPeriod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Contract Optimization: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Promote yearly or bi-annual contracts to reduce volatility from monthly plans.</a:t>
            </a:r>
          </a:p>
          <a:p>
            <a:pPr>
              <a:buFont typeface="+mj-lt"/>
              <a:buAutoNum type="arabicPeriod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Focus: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Prioritize high-churn categories for proactive engagement.</a:t>
            </a:r>
          </a:p>
          <a:p>
            <a:pPr>
              <a:buFont typeface="+mj-lt"/>
              <a:buAutoNum type="arabicPeriod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Churn Alert System: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Integrate this dashboard into CRM workflows for real-time churn alerts.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E83D5F-9D3A-D0D7-E5A7-89D3526AAB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2376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91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C258E6-83C5-FB2F-D320-FB23452F3E9B}"/>
              </a:ext>
            </a:extLst>
          </p:cNvPr>
          <p:cNvSpPr txBox="1"/>
          <p:nvPr/>
        </p:nvSpPr>
        <p:spPr>
          <a:xfrm>
            <a:off x="3254315" y="656409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D7BD4-9424-B9D2-61A5-2332B076A1F5}"/>
              </a:ext>
            </a:extLst>
          </p:cNvPr>
          <p:cNvSpPr txBox="1"/>
          <p:nvPr/>
        </p:nvSpPr>
        <p:spPr>
          <a:xfrm>
            <a:off x="972766" y="1643499"/>
            <a:ext cx="100000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Power BI project demonstrates the power of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and analytical modeling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 solving real business problems.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churn behavior across multiple dimensions, the dashboard helps identify at-risk customers, strengthen retention strategies, and maximize long-term profitability.</a:t>
            </a:r>
          </a:p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showcases how business intelligence tools like Power BI can turn raw data into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clear, actionable insights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that drive customer-centric decision-making.</a:t>
            </a:r>
          </a:p>
          <a:p>
            <a:pPr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Final Note: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 data cleaning and transformations were performed in Excel, with Power BI used for modeling, DAX calculations, and dashboard design.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reflects the complete analytical workflow — from raw data to business impact.</a:t>
            </a:r>
          </a:p>
          <a:p>
            <a:pPr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https://github.com/Sri-1801/Customer-Churn-Prediction-and-Retention-Dashboard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793D96-BC5D-6103-7CFD-5B36E9BC64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11"/>
            <a:ext cx="12192000" cy="68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14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Dhanujasri S</dc:creator>
  <cp:lastModifiedBy>Dhanujasri S</cp:lastModifiedBy>
  <cp:revision>1</cp:revision>
  <dcterms:created xsi:type="dcterms:W3CDTF">2025-11-04T11:48:12Z</dcterms:created>
  <dcterms:modified xsi:type="dcterms:W3CDTF">2025-11-04T13:04:31Z</dcterms:modified>
</cp:coreProperties>
</file>